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A18B5423-7E7E-4C04-9EE1-9CD12A5250FC}" type="datetimeFigureOut">
              <a:rPr lang="it-IT" smtClean="0"/>
              <a:t>14/10/2024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51677965-09A3-4711-A849-8900B30FDF9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0811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B5423-7E7E-4C04-9EE1-9CD12A5250FC}" type="datetimeFigureOut">
              <a:rPr lang="it-IT" smtClean="0"/>
              <a:t>14/10/2024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77965-09A3-4711-A849-8900B30FDF9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85238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B5423-7E7E-4C04-9EE1-9CD12A5250FC}" type="datetimeFigureOut">
              <a:rPr lang="it-IT" smtClean="0"/>
              <a:t>14/10/2024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77965-09A3-4711-A849-8900B30FDF9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28451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B5423-7E7E-4C04-9EE1-9CD12A5250FC}" type="datetimeFigureOut">
              <a:rPr lang="it-IT" smtClean="0"/>
              <a:t>14/10/2024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77965-09A3-4711-A849-8900B30FDF9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3999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B5423-7E7E-4C04-9EE1-9CD12A5250FC}" type="datetimeFigureOut">
              <a:rPr lang="it-IT" smtClean="0"/>
              <a:t>14/10/2024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77965-09A3-4711-A849-8900B30FDF9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00378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B5423-7E7E-4C04-9EE1-9CD12A5250FC}" type="datetimeFigureOut">
              <a:rPr lang="it-IT" smtClean="0"/>
              <a:t>14/10/2024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77965-09A3-4711-A849-8900B30FDF9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6276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B5423-7E7E-4C04-9EE1-9CD12A5250FC}" type="datetimeFigureOut">
              <a:rPr lang="it-IT" smtClean="0"/>
              <a:t>14/10/2024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77965-09A3-4711-A849-8900B30FDF9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11562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B5423-7E7E-4C04-9EE1-9CD12A5250FC}" type="datetimeFigureOut">
              <a:rPr lang="it-IT" smtClean="0"/>
              <a:t>14/10/2024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77965-09A3-4711-A849-8900B30FDF9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72353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B5423-7E7E-4C04-9EE1-9CD12A5250FC}" type="datetimeFigureOut">
              <a:rPr lang="it-IT" smtClean="0"/>
              <a:t>14/10/2024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77965-09A3-4711-A849-8900B30FDF9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01018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B5423-7E7E-4C04-9EE1-9CD12A5250FC}" type="datetimeFigureOut">
              <a:rPr lang="it-IT" smtClean="0"/>
              <a:t>14/10/2024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77965-09A3-4711-A849-8900B30FDF9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42015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B5423-7E7E-4C04-9EE1-9CD12A5250FC}" type="datetimeFigureOut">
              <a:rPr lang="it-IT" smtClean="0"/>
              <a:t>14/10/2024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77965-09A3-4711-A849-8900B30FDF9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4277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B5423-7E7E-4C04-9EE1-9CD12A5250FC}" type="datetimeFigureOut">
              <a:rPr lang="it-IT" smtClean="0"/>
              <a:t>14/10/2024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77965-09A3-4711-A849-8900B30FDF9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71555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B5423-7E7E-4C04-9EE1-9CD12A5250FC}" type="datetimeFigureOut">
              <a:rPr lang="it-IT" smtClean="0"/>
              <a:t>14/10/2024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77965-09A3-4711-A849-8900B30FDF9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592711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B5423-7E7E-4C04-9EE1-9CD12A5250FC}" type="datetimeFigureOut">
              <a:rPr lang="it-IT" smtClean="0"/>
              <a:t>14/10/2024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77965-09A3-4711-A849-8900B30FDF9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859991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B5423-7E7E-4C04-9EE1-9CD12A5250FC}" type="datetimeFigureOut">
              <a:rPr lang="it-IT" smtClean="0"/>
              <a:t>14/10/2024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77965-09A3-4711-A849-8900B30FDF9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862203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18B5423-7E7E-4C04-9EE1-9CD12A5250FC}" type="datetimeFigureOut">
              <a:rPr lang="it-IT" smtClean="0"/>
              <a:t>14/10/2024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77965-09A3-4711-A849-8900B30FDF9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465579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A18B5423-7E7E-4C04-9EE1-9CD12A5250FC}" type="datetimeFigureOut">
              <a:rPr lang="it-IT" smtClean="0"/>
              <a:t>14/10/2024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77965-09A3-4711-A849-8900B30FDF9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16046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A18B5423-7E7E-4C04-9EE1-9CD12A5250FC}" type="datetimeFigureOut">
              <a:rPr lang="it-IT" smtClean="0"/>
              <a:t>14/10/2024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it-IT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51677965-09A3-4711-A849-8900B30FDF9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8375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3D1AA4-3396-A566-D1FA-41C44126EB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Machine Learning </a:t>
            </a:r>
            <a:br>
              <a:rPr lang="it-IT" dirty="0"/>
            </a:br>
            <a:r>
              <a:rPr lang="it-IT" dirty="0"/>
              <a:t>Project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5AD13BB-356A-FC33-2F9F-12E4B849C6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900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706546-7D74-B170-693B-653F317B4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Problem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1F4CF99-AF9D-2F46-CFDF-DFB99D94F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1" i="0" dirty="0">
                <a:solidFill>
                  <a:srgbClr val="202124"/>
                </a:solidFill>
                <a:effectLst/>
                <a:latin typeface="zeitung"/>
              </a:rPr>
              <a:t>Password </a:t>
            </a:r>
            <a:r>
              <a:rPr lang="it-IT" b="1" i="0" dirty="0" err="1">
                <a:solidFill>
                  <a:srgbClr val="202124"/>
                </a:solidFill>
                <a:effectLst/>
                <a:latin typeface="zeitung"/>
              </a:rPr>
              <a:t>Strength</a:t>
            </a:r>
            <a:r>
              <a:rPr lang="it-IT" b="1" i="0" dirty="0">
                <a:solidFill>
                  <a:srgbClr val="202124"/>
                </a:solidFill>
                <a:effectLst/>
                <a:latin typeface="zeitung"/>
              </a:rPr>
              <a:t> </a:t>
            </a:r>
            <a:r>
              <a:rPr lang="it-IT" b="1" i="0" dirty="0" err="1">
                <a:solidFill>
                  <a:srgbClr val="202124"/>
                </a:solidFill>
                <a:effectLst/>
                <a:latin typeface="zeitung"/>
              </a:rPr>
              <a:t>Classifier</a:t>
            </a:r>
            <a:r>
              <a:rPr lang="it-IT" b="1" i="0" dirty="0">
                <a:solidFill>
                  <a:srgbClr val="202124"/>
                </a:solidFill>
                <a:effectLst/>
                <a:latin typeface="zeitung"/>
              </a:rPr>
              <a:t> Dataset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72610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E65FA2-C978-1148-9F11-7540EB95A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Solution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D79175F-460C-9707-9D7D-11951ADD8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K </a:t>
            </a:r>
            <a:r>
              <a:rPr lang="it-IT" dirty="0" err="1"/>
              <a:t>nearest</a:t>
            </a:r>
            <a:r>
              <a:rPr lang="it-IT" dirty="0"/>
              <a:t> </a:t>
            </a:r>
            <a:r>
              <a:rPr lang="it-IT" dirty="0" err="1"/>
              <a:t>neighbour</a:t>
            </a:r>
            <a:endParaRPr lang="it-IT" dirty="0"/>
          </a:p>
          <a:p>
            <a:r>
              <a:rPr lang="it-IT" dirty="0" err="1"/>
              <a:t>Decision</a:t>
            </a:r>
            <a:r>
              <a:rPr lang="it-IT" dirty="0"/>
              <a:t> </a:t>
            </a:r>
            <a:r>
              <a:rPr lang="it-IT" dirty="0" err="1"/>
              <a:t>tree</a:t>
            </a:r>
            <a:endParaRPr lang="it-IT" dirty="0"/>
          </a:p>
          <a:p>
            <a:r>
              <a:rPr lang="it-IT" dirty="0"/>
              <a:t>Support </a:t>
            </a:r>
            <a:r>
              <a:rPr lang="it-IT" dirty="0" err="1"/>
              <a:t>vector</a:t>
            </a:r>
            <a:r>
              <a:rPr lang="it-IT" dirty="0"/>
              <a:t> machine</a:t>
            </a:r>
          </a:p>
          <a:p>
            <a:r>
              <a:rPr lang="it-IT" dirty="0" err="1"/>
              <a:t>Gaussian</a:t>
            </a:r>
            <a:r>
              <a:rPr lang="it-IT" dirty="0"/>
              <a:t> </a:t>
            </a:r>
            <a:r>
              <a:rPr lang="it-IT" dirty="0" err="1"/>
              <a:t>naive</a:t>
            </a:r>
            <a:r>
              <a:rPr lang="it-IT" dirty="0"/>
              <a:t> </a:t>
            </a:r>
            <a:r>
              <a:rPr lang="it-IT" dirty="0" err="1"/>
              <a:t>bayes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22316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DA94C03-3523-40BD-37E0-B0761FD3F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K </a:t>
            </a:r>
            <a:r>
              <a:rPr lang="it-IT" dirty="0" err="1"/>
              <a:t>nearest</a:t>
            </a:r>
            <a:r>
              <a:rPr lang="it-IT" dirty="0"/>
              <a:t> </a:t>
            </a:r>
            <a:r>
              <a:rPr lang="it-IT" dirty="0" err="1"/>
              <a:t>neighbour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BB98194-8850-A1B0-5204-04C26F795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2919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7C262C-1BF3-4905-E9BD-DBBFB830B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Support </a:t>
            </a:r>
            <a:r>
              <a:rPr lang="it-IT" dirty="0" err="1"/>
              <a:t>vector</a:t>
            </a:r>
            <a:r>
              <a:rPr lang="it-IT" dirty="0"/>
              <a:t> machine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6D77D97-95E8-070E-1E10-5ED3A6739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79790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673193-2ED4-F940-8D82-9BCFBB3DB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Gaussian</a:t>
            </a:r>
            <a:r>
              <a:rPr lang="it-IT" dirty="0"/>
              <a:t> </a:t>
            </a:r>
            <a:r>
              <a:rPr lang="it-IT" dirty="0" err="1"/>
              <a:t>naive</a:t>
            </a:r>
            <a:r>
              <a:rPr lang="it-IT" dirty="0"/>
              <a:t> </a:t>
            </a:r>
            <a:r>
              <a:rPr lang="it-IT" dirty="0" err="1"/>
              <a:t>bayes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BC10393-D919-2471-52A9-C528E5221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3482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F20D95-22EF-C915-DD15-1DEC563BA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5315CA4-93A5-C294-1B66-8BD407BA8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13639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FB5414-E2F5-F223-FAA4-81C8DC31C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A5B3C69-3241-A107-6B89-84B70F2A3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3432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EACA21-CEA2-01DF-4FA0-34C417510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96E6B18-6107-A504-6E9A-BCBDA932B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5747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1">
            <a:extLst>
              <a:ext uri="{FF2B5EF4-FFF2-40B4-BE49-F238E27FC236}">
                <a16:creationId xmlns:a16="http://schemas.microsoft.com/office/drawing/2014/main" id="{F70C2B8F-6B1B-46D5-86E6-40F36C695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DB521824-592C-476A-AB0A-CA0C6D1F3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4698352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2749EFA-8EE4-4EB8-9424-8E593B932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950898" y="638067"/>
            <a:ext cx="6053670" cy="5581866"/>
          </a:xfrm>
          <a:custGeom>
            <a:avLst/>
            <a:gdLst>
              <a:gd name="connsiteX0" fmla="*/ 6053670 w 6053670"/>
              <a:gd name="connsiteY0" fmla="*/ 1098 h 5581866"/>
              <a:gd name="connsiteX1" fmla="*/ 6053670 w 6053670"/>
              <a:gd name="connsiteY1" fmla="*/ 514028 h 5581866"/>
              <a:gd name="connsiteX2" fmla="*/ 6053670 w 6053670"/>
              <a:gd name="connsiteY2" fmla="*/ 1254558 h 5581866"/>
              <a:gd name="connsiteX3" fmla="*/ 6053670 w 6053670"/>
              <a:gd name="connsiteY3" fmla="*/ 5581866 h 5581866"/>
              <a:gd name="connsiteX4" fmla="*/ 0 w 6053670"/>
              <a:gd name="connsiteY4" fmla="*/ 5581866 h 5581866"/>
              <a:gd name="connsiteX5" fmla="*/ 0 w 6053670"/>
              <a:gd name="connsiteY5" fmla="*/ 1249853 h 5581866"/>
              <a:gd name="connsiteX6" fmla="*/ 0 w 6053670"/>
              <a:gd name="connsiteY6" fmla="*/ 514028 h 5581866"/>
              <a:gd name="connsiteX7" fmla="*/ 0 w 6053670"/>
              <a:gd name="connsiteY7" fmla="*/ 0 h 5581866"/>
              <a:gd name="connsiteX8" fmla="*/ 35717 w 6053670"/>
              <a:gd name="connsiteY8" fmla="*/ 5488 h 5581866"/>
              <a:gd name="connsiteX9" fmla="*/ 140445 w 6053670"/>
              <a:gd name="connsiteY9" fmla="*/ 21641 h 5581866"/>
              <a:gd name="connsiteX10" fmla="*/ 216722 w 6053670"/>
              <a:gd name="connsiteY10" fmla="*/ 32932 h 5581866"/>
              <a:gd name="connsiteX11" fmla="*/ 307527 w 6053670"/>
              <a:gd name="connsiteY11" fmla="*/ 44850 h 5581866"/>
              <a:gd name="connsiteX12" fmla="*/ 415282 w 6053670"/>
              <a:gd name="connsiteY12" fmla="*/ 59121 h 5581866"/>
              <a:gd name="connsiteX13" fmla="*/ 534539 w 6053670"/>
              <a:gd name="connsiteY13" fmla="*/ 74175 h 5581866"/>
              <a:gd name="connsiteX14" fmla="*/ 668931 w 6053670"/>
              <a:gd name="connsiteY14" fmla="*/ 90014 h 5581866"/>
              <a:gd name="connsiteX15" fmla="*/ 815430 w 6053670"/>
              <a:gd name="connsiteY15" fmla="*/ 106794 h 5581866"/>
              <a:gd name="connsiteX16" fmla="*/ 974641 w 6053670"/>
              <a:gd name="connsiteY16" fmla="*/ 123574 h 5581866"/>
              <a:gd name="connsiteX17" fmla="*/ 1144144 w 6053670"/>
              <a:gd name="connsiteY17" fmla="*/ 140667 h 5581866"/>
              <a:gd name="connsiteX18" fmla="*/ 1326965 w 6053670"/>
              <a:gd name="connsiteY18" fmla="*/ 156506 h 5581866"/>
              <a:gd name="connsiteX19" fmla="*/ 1518261 w 6053670"/>
              <a:gd name="connsiteY19" fmla="*/ 171717 h 5581866"/>
              <a:gd name="connsiteX20" fmla="*/ 1720453 w 6053670"/>
              <a:gd name="connsiteY20" fmla="*/ 185518 h 5581866"/>
              <a:gd name="connsiteX21" fmla="*/ 1931121 w 6053670"/>
              <a:gd name="connsiteY21" fmla="*/ 198690 h 5581866"/>
              <a:gd name="connsiteX22" fmla="*/ 2150869 w 6053670"/>
              <a:gd name="connsiteY22" fmla="*/ 211079 h 5581866"/>
              <a:gd name="connsiteX23" fmla="*/ 2263467 w 6053670"/>
              <a:gd name="connsiteY23" fmla="*/ 215470 h 5581866"/>
              <a:gd name="connsiteX24" fmla="*/ 2378487 w 6053670"/>
              <a:gd name="connsiteY24" fmla="*/ 220332 h 5581866"/>
              <a:gd name="connsiteX25" fmla="*/ 2495323 w 6053670"/>
              <a:gd name="connsiteY25" fmla="*/ 224879 h 5581866"/>
              <a:gd name="connsiteX26" fmla="*/ 2612764 w 6053670"/>
              <a:gd name="connsiteY26" fmla="*/ 227859 h 5581866"/>
              <a:gd name="connsiteX27" fmla="*/ 2732627 w 6053670"/>
              <a:gd name="connsiteY27" fmla="*/ 230525 h 5581866"/>
              <a:gd name="connsiteX28" fmla="*/ 2853700 w 6053670"/>
              <a:gd name="connsiteY28" fmla="*/ 233348 h 5581866"/>
              <a:gd name="connsiteX29" fmla="*/ 2977195 w 6053670"/>
              <a:gd name="connsiteY29" fmla="*/ 235229 h 5581866"/>
              <a:gd name="connsiteX30" fmla="*/ 3101900 w 6053670"/>
              <a:gd name="connsiteY30" fmla="*/ 235229 h 5581866"/>
              <a:gd name="connsiteX31" fmla="*/ 3227817 w 6053670"/>
              <a:gd name="connsiteY31" fmla="*/ 236170 h 5581866"/>
              <a:gd name="connsiteX32" fmla="*/ 3354944 w 6053670"/>
              <a:gd name="connsiteY32" fmla="*/ 235229 h 5581866"/>
              <a:gd name="connsiteX33" fmla="*/ 3483887 w 6053670"/>
              <a:gd name="connsiteY33" fmla="*/ 233348 h 5581866"/>
              <a:gd name="connsiteX34" fmla="*/ 3612830 w 6053670"/>
              <a:gd name="connsiteY34" fmla="*/ 231623 h 5581866"/>
              <a:gd name="connsiteX35" fmla="*/ 3743589 w 6053670"/>
              <a:gd name="connsiteY35" fmla="*/ 227859 h 5581866"/>
              <a:gd name="connsiteX36" fmla="*/ 3875559 w 6053670"/>
              <a:gd name="connsiteY36" fmla="*/ 223938 h 5581866"/>
              <a:gd name="connsiteX37" fmla="*/ 4007529 w 6053670"/>
              <a:gd name="connsiteY37" fmla="*/ 219391 h 5581866"/>
              <a:gd name="connsiteX38" fmla="*/ 4140710 w 6053670"/>
              <a:gd name="connsiteY38" fmla="*/ 212961 h 5581866"/>
              <a:gd name="connsiteX39" fmla="*/ 4275102 w 6053670"/>
              <a:gd name="connsiteY39" fmla="*/ 205277 h 5581866"/>
              <a:gd name="connsiteX40" fmla="*/ 4410098 w 6053670"/>
              <a:gd name="connsiteY40" fmla="*/ 197907 h 5581866"/>
              <a:gd name="connsiteX41" fmla="*/ 4545096 w 6053670"/>
              <a:gd name="connsiteY41" fmla="*/ 188498 h 5581866"/>
              <a:gd name="connsiteX42" fmla="*/ 4681909 w 6053670"/>
              <a:gd name="connsiteY42" fmla="*/ 177207 h 5581866"/>
              <a:gd name="connsiteX43" fmla="*/ 4816905 w 6053670"/>
              <a:gd name="connsiteY43" fmla="*/ 165916 h 5581866"/>
              <a:gd name="connsiteX44" fmla="*/ 4954323 w 6053670"/>
              <a:gd name="connsiteY44" fmla="*/ 152899 h 5581866"/>
              <a:gd name="connsiteX45" fmla="*/ 5092347 w 6053670"/>
              <a:gd name="connsiteY45" fmla="*/ 138629 h 5581866"/>
              <a:gd name="connsiteX46" fmla="*/ 5228555 w 6053670"/>
              <a:gd name="connsiteY46" fmla="*/ 123574 h 5581866"/>
              <a:gd name="connsiteX47" fmla="*/ 5366578 w 6053670"/>
              <a:gd name="connsiteY47" fmla="*/ 106010 h 5581866"/>
              <a:gd name="connsiteX48" fmla="*/ 5503997 w 6053670"/>
              <a:gd name="connsiteY48" fmla="*/ 87192 h 5581866"/>
              <a:gd name="connsiteX49" fmla="*/ 5642020 w 6053670"/>
              <a:gd name="connsiteY49" fmla="*/ 68530 h 5581866"/>
              <a:gd name="connsiteX50" fmla="*/ 5779438 w 6053670"/>
              <a:gd name="connsiteY50" fmla="*/ 46733 h 5581866"/>
              <a:gd name="connsiteX51" fmla="*/ 5916251 w 6053670"/>
              <a:gd name="connsiteY51" fmla="*/ 24464 h 5581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5581866">
                <a:moveTo>
                  <a:pt x="6053670" y="1098"/>
                </a:moveTo>
                <a:lnTo>
                  <a:pt x="6053670" y="514028"/>
                </a:lnTo>
                <a:lnTo>
                  <a:pt x="6053670" y="1254558"/>
                </a:lnTo>
                <a:lnTo>
                  <a:pt x="6053670" y="5581866"/>
                </a:lnTo>
                <a:lnTo>
                  <a:pt x="0" y="5581866"/>
                </a:lnTo>
                <a:lnTo>
                  <a:pt x="0" y="1249853"/>
                </a:lnTo>
                <a:lnTo>
                  <a:pt x="0" y="514028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0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89" y="227859"/>
                </a:lnTo>
                <a:lnTo>
                  <a:pt x="3875559" y="223938"/>
                </a:lnTo>
                <a:lnTo>
                  <a:pt x="4007529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B5C860C9-D4F9-4350-80DA-0D1CD36C7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54F9B30-E1A1-5099-4D9A-FE016829D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8" y="629265"/>
            <a:ext cx="5132438" cy="1622322"/>
          </a:xfrm>
        </p:spPr>
        <p:txBody>
          <a:bodyPr>
            <a:normAutofit/>
          </a:bodyPr>
          <a:lstStyle/>
          <a:p>
            <a:r>
              <a:rPr lang="it-IT" dirty="0">
                <a:solidFill>
                  <a:srgbClr val="EBEBEB"/>
                </a:solidFill>
              </a:rPr>
              <a:t>Grazie per l’attenzione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8A90C8-AE0E-4EBA-9AF8-EEDB20602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7CF41AE-13F2-FCC3-71BC-80D4CFC8B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098" y="2418735"/>
            <a:ext cx="5132439" cy="3811742"/>
          </a:xfrm>
        </p:spPr>
        <p:txBody>
          <a:bodyPr anchor="ctr">
            <a:normAutofit/>
          </a:bodyPr>
          <a:lstStyle/>
          <a:p>
            <a:endParaRPr lang="it-IT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64012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Riunioni ione">
  <a:themeElements>
    <a:clrScheme name="Riunioni ione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Riunioni ione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iunioni ione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</TotalTime>
  <Words>33</Words>
  <Application>Microsoft Office PowerPoint</Application>
  <PresentationFormat>Widescreen</PresentationFormat>
  <Paragraphs>12</Paragraphs>
  <Slides>10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Wingdings 3</vt:lpstr>
      <vt:lpstr>zeitung</vt:lpstr>
      <vt:lpstr>Riunioni ione</vt:lpstr>
      <vt:lpstr>Machine Learning  Project</vt:lpstr>
      <vt:lpstr>Problem</vt:lpstr>
      <vt:lpstr>Solution</vt:lpstr>
      <vt:lpstr>K nearest neighbour</vt:lpstr>
      <vt:lpstr>Support vector machine</vt:lpstr>
      <vt:lpstr>Gaussian naive bayes</vt:lpstr>
      <vt:lpstr>Presentazione standard di PowerPoint</vt:lpstr>
      <vt:lpstr>Presentazione standard di PowerPoint</vt:lpstr>
      <vt:lpstr>Presentazione standard di PowerPoint</vt:lpstr>
      <vt:lpstr>Grazie per l’attenzione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SIMONE PIRAS</dc:creator>
  <cp:lastModifiedBy>SIMONE PIRAS</cp:lastModifiedBy>
  <cp:revision>1</cp:revision>
  <dcterms:created xsi:type="dcterms:W3CDTF">2024-10-14T16:31:59Z</dcterms:created>
  <dcterms:modified xsi:type="dcterms:W3CDTF">2024-10-14T16:40:38Z</dcterms:modified>
</cp:coreProperties>
</file>